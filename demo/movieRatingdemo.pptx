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6071-5663-0FE5-18BD-9DD57F71B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4055D-F1E6-BCEE-10D0-BB897174A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7099D-FDB4-7191-8DFF-D1253B20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3FA13-FAF7-425E-D6F3-EACA9943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363A7-D90B-05EB-655D-DF8DBD8E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8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1FD6-F543-55B7-605C-41F4250E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0971C-3872-3EBA-81A1-EE1A400B0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9B5BD-178D-0CF7-F315-1765DD65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61D8E-064C-91ED-DD62-62F0A27F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3DFE4-A4BB-4C84-C2C7-0AFC6E7B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8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EB4D-3734-3476-2C50-DFF7ACC4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433F8-814D-89BC-6D87-EC95CF718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73072-8503-E722-E9F5-9A67F7B4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DD0E2-149C-497F-19E2-1CC852BF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88195-DC06-CF96-C167-70D48D6D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5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CDFB-984C-5344-343A-469E8A8B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5A47C-42E4-FF4C-0FDD-1D653D9E22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F9466-9570-B2D2-A031-EA2361CE2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73890-F265-5A72-9BD1-37C8FEBF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1B08D-5B90-E366-F870-24BAB552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A9CAB-1045-0C6B-A4CC-E18FDE69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8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5814-98FE-D698-EE26-12ED448A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E9EB9-FEAE-1AF6-76BD-14019E2F8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D2BDD-4B68-4710-6184-666537DBB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67CEA-24B6-DA9E-8DBE-4B837DEFD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53A92-20DE-F181-414C-1A3C457D3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22724E-F8D2-B902-5C66-B45D1A4B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123B8-69C2-07A6-D3B2-7F162491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E8916A-ECCE-1767-E908-76302DE1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9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2FB5-08A1-9162-8C05-09045E12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826C6-A940-A07D-4AF0-DEA43F7B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8E91E-780E-3F6D-1301-A0BA7807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62BD8-C4CF-E08C-D0C6-781243EF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4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FDB538-39E8-6E10-DE45-205C69DF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1F1DA-AFC1-C8CC-D823-DDE6BD04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6813C-906F-D8E1-BEF3-7A05F4BBC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54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444E-04F8-01DA-D1EA-B79A5A6EC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D2ACB-7726-B286-7441-0A9823CAD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1B5A9-9404-3D29-4F7F-C7396806F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9C08A-9A19-88FF-1D99-9A554257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A8025-E3F5-AC09-52B1-7255EFFE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B918F-E4A4-9168-4432-CDE1D6E2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2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E641-BBAD-0496-CA68-753FCD86F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31C90-105C-5085-2D07-1741234EC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A55CB-7D42-A1AB-307D-5B91F2EFE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3378E-74D3-E381-E324-486018C6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BB7EC-36BD-0D04-DFD1-31E69500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03CEC-3A2F-BE13-1D46-47365470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6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C19E-83AA-8153-7948-718737CE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D1F21-B6A1-7E9C-9851-54BEF51E3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D6D5E-6F70-FA9C-B661-1C4BFA15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1C08-08D3-DA1B-4B88-3C8F55AD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26CC-77DB-4C7D-0DF4-AF7887FC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4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39BC0-9510-BF25-334A-AB9361C89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4C828-A409-B04A-0792-5AE29827E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6D1DE-0487-B990-326A-35F0E387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62596-7240-40BA-6CB9-C315E504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D00F4-817B-F9A0-EF69-BB932A18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4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39B23-EB53-5BBD-2CD2-EF3DFC7F0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4A4F-1956-63E1-1BB4-DE21F430B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19F33-9CF3-5FC7-C358-715DFAAD2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E0CC3-96FB-449A-8835-C1AEA50087E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5E648-A666-51A4-552A-480188B6B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2370-0B18-0229-4C55-D0D2340D0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D8E82-3DF4-4F28-8508-380EEAF3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G_2577">
            <a:hlinkClick r:id="" action="ppaction://media"/>
            <a:extLst>
              <a:ext uri="{FF2B5EF4-FFF2-40B4-BE49-F238E27FC236}">
                <a16:creationId xmlns:a16="http://schemas.microsoft.com/office/drawing/2014/main" id="{AACA4A65-CF7E-A890-AE9B-7311EEDDF1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8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4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2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Bassma Ibrahim Lotfy Ibrahim</dc:creator>
  <cp:lastModifiedBy>Bassma Ibrahim Lotfy Ibrahim</cp:lastModifiedBy>
  <cp:revision>1</cp:revision>
  <dcterms:created xsi:type="dcterms:W3CDTF">2026-09-23T19:19:18Z</dcterms:created>
  <dcterms:modified xsi:type="dcterms:W3CDTF">2026-09-23T19:19:33Z</dcterms:modified>
</cp:coreProperties>
</file>